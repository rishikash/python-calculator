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D88C3-1DA2-4FF2-AA46-CA5FE0CD5AE6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50F76-D27B-4D53-B6F4-07A3BE32CE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3840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D88C3-1DA2-4FF2-AA46-CA5FE0CD5AE6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50F76-D27B-4D53-B6F4-07A3BE32CE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03217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D88C3-1DA2-4FF2-AA46-CA5FE0CD5AE6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50F76-D27B-4D53-B6F4-07A3BE32CE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919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D88C3-1DA2-4FF2-AA46-CA5FE0CD5AE6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50F76-D27B-4D53-B6F4-07A3BE32CE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18662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D88C3-1DA2-4FF2-AA46-CA5FE0CD5AE6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50F76-D27B-4D53-B6F4-07A3BE32CE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6685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D88C3-1DA2-4FF2-AA46-CA5FE0CD5AE6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50F76-D27B-4D53-B6F4-07A3BE32CE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5349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D88C3-1DA2-4FF2-AA46-CA5FE0CD5AE6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50F76-D27B-4D53-B6F4-07A3BE32CE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2006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D88C3-1DA2-4FF2-AA46-CA5FE0CD5AE6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50F76-D27B-4D53-B6F4-07A3BE32CE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5153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D88C3-1DA2-4FF2-AA46-CA5FE0CD5AE6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50F76-D27B-4D53-B6F4-07A3BE32CE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36437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D88C3-1DA2-4FF2-AA46-CA5FE0CD5AE6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50F76-D27B-4D53-B6F4-07A3BE32CE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2012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D88C3-1DA2-4FF2-AA46-CA5FE0CD5AE6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50F76-D27B-4D53-B6F4-07A3BE32CE04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875058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D88C3-1DA2-4FF2-AA46-CA5FE0CD5AE6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50F76-D27B-4D53-B6F4-07A3BE32CE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78564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D88C3-1DA2-4FF2-AA46-CA5FE0CD5AE6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50F76-D27B-4D53-B6F4-07A3BE32CE04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65767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D88C3-1DA2-4FF2-AA46-CA5FE0CD5AE6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50F76-D27B-4D53-B6F4-07A3BE32CE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75005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D88C3-1DA2-4FF2-AA46-CA5FE0CD5AE6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50F76-D27B-4D53-B6F4-07A3BE32CE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75744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FD88C3-1DA2-4FF2-AA46-CA5FE0CD5AE6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450F76-D27B-4D53-B6F4-07A3BE32CE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969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FD88C3-1DA2-4FF2-AA46-CA5FE0CD5AE6}" type="datetimeFigureOut">
              <a:rPr lang="en-IN" smtClean="0"/>
              <a:t>12-02-2025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B2450F76-D27B-4D53-B6F4-07A3BE32CE0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7596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Python Calculator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By Rishika Sharma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3505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 smtClean="0"/>
              <a:t>Tools &amp; Technologies</a:t>
            </a:r>
            <a:endParaRPr lang="en-IN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IN" dirty="0" smtClean="0"/>
          </a:p>
          <a:p>
            <a:r>
              <a:rPr lang="en-IN" dirty="0" smtClean="0">
                <a:latin typeface="Arial" panose="020B0604020202020204" pitchFamily="34" charset="0"/>
                <a:cs typeface="Arial" panose="020B0604020202020204" pitchFamily="34" charset="0"/>
              </a:rPr>
              <a:t>Core Python </a:t>
            </a:r>
          </a:p>
          <a:p>
            <a:pPr marL="0" indent="0">
              <a:buNone/>
            </a:pPr>
            <a:endParaRPr lang="en-IN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tkinter</a:t>
            </a:r>
            <a:r>
              <a:rPr lang="en-IN" dirty="0" smtClean="0">
                <a:latin typeface="Arial" panose="020B0604020202020204" pitchFamily="34" charset="0"/>
                <a:cs typeface="Arial" panose="020B0604020202020204" pitchFamily="34" charset="0"/>
              </a:rPr>
              <a:t> Library </a:t>
            </a:r>
          </a:p>
          <a:p>
            <a:endParaRPr lang="en-IN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dirty="0" smtClean="0">
                <a:latin typeface="Arial" panose="020B0604020202020204" pitchFamily="34" charset="0"/>
                <a:cs typeface="Arial" panose="020B0604020202020204" pitchFamily="34" charset="0"/>
              </a:rPr>
              <a:t>Visual Studio Code[IDE] </a:t>
            </a:r>
          </a:p>
          <a:p>
            <a:endParaRPr lang="en-IN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lang="en-IN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endParaRPr lang="en-IN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dirty="0" smtClean="0">
                <a:latin typeface="Arial" panose="020B0604020202020204" pitchFamily="34" charset="0"/>
                <a:cs typeface="Arial" panose="020B0604020202020204" pitchFamily="34" charset="0"/>
              </a:rPr>
              <a:t>Application development using Python programming language</a:t>
            </a:r>
            <a:endParaRPr lang="en-I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727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 smtClean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r>
              <a:rPr lang="en-IN" b="1" dirty="0" smtClean="0">
                <a:latin typeface="Arial" panose="020B0604020202020204" pitchFamily="34" charset="0"/>
                <a:cs typeface="Arial" panose="020B0604020202020204" pitchFamily="34" charset="0"/>
              </a:rPr>
              <a:t>unctionality in Calculator</a:t>
            </a:r>
            <a:endParaRPr lang="en-IN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sz="2600" dirty="0" smtClean="0">
                <a:latin typeface="Arial" panose="020B0604020202020204" pitchFamily="34" charset="0"/>
                <a:cs typeface="Arial" panose="020B0604020202020204" pitchFamily="34" charset="0"/>
              </a:rPr>
              <a:t>Supports basic operations: Addition, Subtraction, Multiplication, Division.</a:t>
            </a:r>
          </a:p>
          <a:p>
            <a:endParaRPr lang="en-IN" sz="26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2600" dirty="0" smtClean="0">
                <a:latin typeface="Arial" panose="020B0604020202020204" pitchFamily="34" charset="0"/>
                <a:cs typeface="Arial" panose="020B0604020202020204" pitchFamily="34" charset="0"/>
              </a:rPr>
              <a:t>Clear functionality.</a:t>
            </a:r>
          </a:p>
          <a:p>
            <a:endParaRPr lang="en-IN" sz="26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2600" dirty="0" smtClean="0">
                <a:latin typeface="Arial" panose="020B0604020202020204" pitchFamily="34" charset="0"/>
                <a:cs typeface="Arial" panose="020B0604020202020204" pitchFamily="34" charset="0"/>
              </a:rPr>
              <a:t>Simple and lightweight application.</a:t>
            </a:r>
          </a:p>
          <a:p>
            <a:endParaRPr lang="en-IN" sz="26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600" dirty="0" smtClean="0">
                <a:latin typeface="Arial" panose="020B0604020202020204" pitchFamily="34" charset="0"/>
                <a:cs typeface="Arial" panose="020B0604020202020204" pitchFamily="34" charset="0"/>
              </a:rPr>
              <a:t>Personal use for quick calculations.</a:t>
            </a:r>
            <a:endParaRPr lang="en-IN" sz="26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32790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 smtClean="0">
                <a:latin typeface="Arial" panose="020B0604020202020204" pitchFamily="34" charset="0"/>
                <a:cs typeface="Arial" panose="020B0604020202020204" pitchFamily="34" charset="0"/>
              </a:rPr>
              <a:t>Demo</a:t>
            </a:r>
            <a:endParaRPr lang="en-IN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088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Challenges Faced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600" dirty="0">
                <a:latin typeface="Arial" panose="020B0604020202020204" pitchFamily="34" charset="0"/>
                <a:cs typeface="Arial" panose="020B0604020202020204" pitchFamily="34" charset="0"/>
              </a:rPr>
              <a:t>Layout alignment issues</a:t>
            </a:r>
            <a:r>
              <a:rPr lang="en-IN" sz="26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IN" sz="26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600" dirty="0">
                <a:latin typeface="Arial" panose="020B0604020202020204" pitchFamily="34" charset="0"/>
                <a:cs typeface="Arial" panose="020B0604020202020204" pitchFamily="34" charset="0"/>
              </a:rPr>
              <a:t>Exception handling (e.g., division by zero</a:t>
            </a:r>
            <a:r>
              <a:rPr lang="en-US" sz="2600" dirty="0" smtClean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endParaRPr lang="en-US" sz="26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2600" dirty="0">
                <a:latin typeface="Arial" panose="020B0604020202020204" pitchFamily="34" charset="0"/>
                <a:cs typeface="Arial" panose="020B0604020202020204" pitchFamily="34" charset="0"/>
              </a:rPr>
              <a:t>UI/UX design improvements.</a:t>
            </a:r>
          </a:p>
        </p:txBody>
      </p:sp>
    </p:spTree>
    <p:extLst>
      <p:ext uri="{BB962C8B-B14F-4D97-AF65-F5344CB8AC3E}">
        <p14:creationId xmlns:p14="http://schemas.microsoft.com/office/powerpoint/2010/main" val="1376876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Thank You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Presented by: </a:t>
            </a:r>
            <a:r>
              <a:rPr lang="en-IN" dirty="0" smtClean="0"/>
              <a:t>Rishika </a:t>
            </a:r>
            <a:r>
              <a:rPr lang="en-IN" dirty="0" err="1" smtClean="0"/>
              <a:t>sharma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631423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14</TotalTime>
  <Words>79</Words>
  <Application>Microsoft Office PowerPoint</Application>
  <PresentationFormat>Widescreen</PresentationFormat>
  <Paragraphs>30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Trebuchet MS</vt:lpstr>
      <vt:lpstr>Wingdings 3</vt:lpstr>
      <vt:lpstr>Facet</vt:lpstr>
      <vt:lpstr>Python Calculator</vt:lpstr>
      <vt:lpstr>Tools &amp; Technologies</vt:lpstr>
      <vt:lpstr>Functionality in Calculator</vt:lpstr>
      <vt:lpstr>Demo</vt:lpstr>
      <vt:lpstr>Challenges Faced</vt:lpstr>
      <vt:lpstr>Thank You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Calculator</dc:title>
  <dc:creator>Rishika</dc:creator>
  <cp:lastModifiedBy>Rishika</cp:lastModifiedBy>
  <cp:revision>6</cp:revision>
  <dcterms:created xsi:type="dcterms:W3CDTF">2025-02-12T10:50:12Z</dcterms:created>
  <dcterms:modified xsi:type="dcterms:W3CDTF">2025-02-12T11:04:13Z</dcterms:modified>
</cp:coreProperties>
</file>