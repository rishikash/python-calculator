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84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32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1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86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68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4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00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64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01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7505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856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576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500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74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6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D88C3-1DA2-4FF2-AA46-CA5FE0CD5AE6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450F76-D27B-4D53-B6F4-07A3BE32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9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 Calculator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Rishika 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50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Tools &amp; Technologies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 smtClean="0"/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Core Python 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Library </a:t>
            </a:r>
          </a:p>
          <a:p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Visual Studio Code[IDE] </a:t>
            </a:r>
          </a:p>
          <a:p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 development using Python programming language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2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Functionality in Calculator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Supports basic operations: Addition, Subtraction, Multiplication, Division.</a:t>
            </a:r>
          </a:p>
          <a:p>
            <a:endParaRPr lang="en-IN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Clear functionality.</a:t>
            </a:r>
          </a:p>
          <a:p>
            <a:endParaRPr lang="en-IN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Simple and lightweight application.</a:t>
            </a:r>
          </a:p>
          <a:p>
            <a:endParaRPr lang="en-IN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Personal use for quick calculations.</a:t>
            </a:r>
            <a:endParaRPr lang="en-IN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7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Calculator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494" y="2596356"/>
            <a:ext cx="4591050" cy="3009900"/>
          </a:xfrm>
        </p:spPr>
      </p:pic>
    </p:spTree>
    <p:extLst>
      <p:ext uri="{BB962C8B-B14F-4D97-AF65-F5344CB8AC3E}">
        <p14:creationId xmlns:p14="http://schemas.microsoft.com/office/powerpoint/2010/main" val="8608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Layout alignment issues</a:t>
            </a:r>
            <a:r>
              <a:rPr lang="en-IN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Exception handling (e.g., division by zero</a:t>
            </a: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UI/UX design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376876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by: </a:t>
            </a:r>
            <a:r>
              <a:rPr lang="en-IN" dirty="0" smtClean="0"/>
              <a:t>Rishika </a:t>
            </a:r>
            <a:r>
              <a:rPr lang="en-IN" dirty="0" err="1" smtClean="0"/>
              <a:t>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3142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79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Python Calculator</vt:lpstr>
      <vt:lpstr>Tools &amp; Technologies</vt:lpstr>
      <vt:lpstr>Functionality in Calculator</vt:lpstr>
      <vt:lpstr>Calculator</vt:lpstr>
      <vt:lpstr>Challenges Faced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Calculator</dc:title>
  <dc:creator>Rishika</dc:creator>
  <cp:lastModifiedBy>Rishika</cp:lastModifiedBy>
  <cp:revision>7</cp:revision>
  <dcterms:created xsi:type="dcterms:W3CDTF">2025-02-12T10:50:12Z</dcterms:created>
  <dcterms:modified xsi:type="dcterms:W3CDTF">2025-02-13T02:29:30Z</dcterms:modified>
</cp:coreProperties>
</file>